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7"/>
  </p:notesMasterIdLst>
  <p:sldIdLst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86382" autoAdjust="0"/>
  </p:normalViewPr>
  <p:slideViewPr>
    <p:cSldViewPr snapToGrid="0">
      <p:cViewPr>
        <p:scale>
          <a:sx n="67" d="100"/>
          <a:sy n="67" d="100"/>
        </p:scale>
        <p:origin x="1248" y="14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9F3A7-D39E-4061-B058-00B946AB4A8B}" type="datetimeFigureOut">
              <a:rPr lang="en-GH" smtClean="0"/>
              <a:t>14/03/2026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64FFD-E406-4B97-950D-20E27EEAA13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337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64FFD-E406-4B97-950D-20E27EEAA13E}" type="slidenum">
              <a:rPr lang="en-GH" smtClean="0"/>
              <a:t>2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7220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Elevator 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59007"/>
            <a:ext cx="11260667" cy="33104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093E-9092-8DDC-BE98-4DD474AE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875" y="1314331"/>
            <a:ext cx="3666343" cy="567607"/>
          </a:xfrm>
        </p:spPr>
        <p:txBody>
          <a:bodyPr/>
          <a:lstStyle/>
          <a:p>
            <a:pPr algn="ctr"/>
            <a:r>
              <a:rPr lang="en-US" dirty="0"/>
              <a:t>ELEVATOR PITCH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0A6-46E5-77A7-51A0-E14C1708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70360"/>
            <a:ext cx="11029615" cy="2978388"/>
          </a:xfrm>
          <a:gradFill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I’m David Addo with degree in Strategic Communication and currently pursuing an MSc in Risk Management and Insurance. With 5 years experience as a claim assessor and service consultant at aYo Ghana, I have developed skills in risk assessment, customer relations, and process optimization. My goal is to help build resilient, customer‑centric insurance systems through effective risk management and compliance.</a:t>
            </a:r>
          </a:p>
          <a:p>
            <a:pPr algn="just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1EF47-C207-B90D-A436-4DA9D043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595" y="6325591"/>
            <a:ext cx="8213325" cy="53240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Number: 233243851786 </a:t>
            </a:r>
            <a:r>
              <a:rPr lang="en-US" sz="2000" dirty="0"/>
              <a:t>|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STUDENT ID: 10332677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1609E-8567-6788-73F6-A7FE6F31F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793" y="597380"/>
            <a:ext cx="1709444" cy="170944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</p:pic>
      <p:pic>
        <p:nvPicPr>
          <p:cNvPr id="5" name="WhatsApp Video 2026-03-14 at 3.05.10 AM (1)">
            <a:hlinkClick r:id="" action="ppaction://media"/>
            <a:extLst>
              <a:ext uri="{FF2B5EF4-FFF2-40B4-BE49-F238E27FC236}">
                <a16:creationId xmlns:a16="http://schemas.microsoft.com/office/drawing/2014/main" id="{13AB227A-AC54-480F-9E93-2B777EBD34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01363" y="5466608"/>
            <a:ext cx="1709444" cy="12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6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{51C679FB-9158-46FE-906E-598FB57BEBF6}TF201209c3-d067-44f9-a26f-c8f216c4431347f6cf9d_win32-4021059b889a</Template>
  <TotalTime>133</TotalTime>
  <Words>84</Words>
  <Application>Microsoft Office PowerPoint</Application>
  <PresentationFormat>Widescreen</PresentationFormat>
  <Paragraphs>6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Franklin Gothic Book</vt:lpstr>
      <vt:lpstr>Franklin Gothic Demi</vt:lpstr>
      <vt:lpstr>Times New Roman</vt:lpstr>
      <vt:lpstr>Wingdings 2</vt:lpstr>
      <vt:lpstr>DividendVTI</vt:lpstr>
      <vt:lpstr>Elevator pitch</vt:lpstr>
      <vt:lpstr>ELEVATOR PITCH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Dzidzornu Amekor</dc:creator>
  <cp:lastModifiedBy>Dzidzornu Amekor</cp:lastModifiedBy>
  <cp:revision>3</cp:revision>
  <dcterms:created xsi:type="dcterms:W3CDTF">2026-03-13T08:05:03Z</dcterms:created>
  <dcterms:modified xsi:type="dcterms:W3CDTF">2026-03-14T03:34:41Z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